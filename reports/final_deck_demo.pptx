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satheesanaswinPM/grad-pro-3---myntra/blob/master/reports/metric_decomposition.md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VwXdunQdj3jlc9xdDAIXCJq32vKBCHUKbpNLawxBhKQ/edit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satheesanaswinPM/grad-pro-3---myntra/blob/master/reports/risks_and_mitigation.md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30-Day Conversion Metric Hides Five Separate Failure Points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1983791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“% of users who purchase at least one wishlisted item within 30 days of adding it”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971800"/>
            <a:ext cx="4480560" cy="841248"/>
          </a:xfrm>
          <a:prstGeom prst="roundRect">
            <a:avLst>
              <a:gd name="adj" fmla="val 7609"/>
            </a:avLst>
          </a:prstGeom>
          <a:solidFill>
            <a:srgbClr val="F6E7D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02666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no monetary incentives — discounts, coupons, and cashback are excluded as the primary lever.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1627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can't say where the item is lost: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06440" y="2084832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12" name="Shape 9"/>
          <p:cNvSpPr/>
          <p:nvPr/>
        </p:nvSpPr>
        <p:spPr>
          <a:xfrm>
            <a:off x="5897880" y="2121408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17" y="2187245"/>
            <a:ext cx="160934" cy="16093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0936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Re-engagement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515600" y="21214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515600" y="21214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806440" y="2510028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18" name="Shape 14"/>
          <p:cNvSpPr/>
          <p:nvPr/>
        </p:nvSpPr>
        <p:spPr>
          <a:xfrm>
            <a:off x="5897880" y="254660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717" y="2612441"/>
            <a:ext cx="160934" cy="16093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5100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Uncertainty Resolution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806440" y="2935224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22" name="Shape 17"/>
          <p:cNvSpPr/>
          <p:nvPr/>
        </p:nvSpPr>
        <p:spPr>
          <a:xfrm>
            <a:off x="5897880" y="2971800"/>
            <a:ext cx="292608" cy="292608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717" y="3037637"/>
            <a:ext cx="160934" cy="16093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09360" y="2935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Comparison Resolution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10515600" y="2971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0515600" y="2971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806440" y="3360420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28" name="Shape 22"/>
          <p:cNvSpPr/>
          <p:nvPr/>
        </p:nvSpPr>
        <p:spPr>
          <a:xfrm>
            <a:off x="5897880" y="339699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717" y="3462833"/>
            <a:ext cx="160934" cy="16093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309360" y="33604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Decision Trigger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806440" y="3785616"/>
            <a:ext cx="585216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/>
        </p:spPr>
      </p:sp>
      <p:sp>
        <p:nvSpPr>
          <p:cNvPr id="32" name="Shape 25"/>
          <p:cNvSpPr/>
          <p:nvPr/>
        </p:nvSpPr>
        <p:spPr>
          <a:xfrm>
            <a:off x="5897880" y="382219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717" y="3888029"/>
            <a:ext cx="160934" cy="16093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309360" y="3785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Purchase Completion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502920" y="41605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777240" y="41605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FOCUS: Stage A → C. Fixing re-engagement and comparison resolution raises the ceiling on every downstream stage — not a returns or price fix.</a:t>
            </a:r>
            <a:endParaRPr lang="en-US" sz="1500" dirty="0"/>
          </a:p>
        </p:txBody>
      </p:sp>
      <p:sp>
        <p:nvSpPr>
          <p:cNvPr id="37" name="Text 29">
            <a:hlinkClick r:id="rId7" tooltip=""/>
          </p:cNvPr>
          <p:cNvSpPr txBox="1"/>
          <p:nvPr/>
        </p:nvSpPr>
        <p:spPr>
          <a:xfrm>
            <a:off x="502920" y="5138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decomposition: reports/metric_decomposition.md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ENGINE · 17,343 RELEVANT RECORDS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Loudest Complaint in Reviews Isn't the Real Wishlist Blocker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81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24,575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75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581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17,343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75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records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581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12,277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75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extracted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1508760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0" y="1581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075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opportunities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rankings disagree on where to fix the funnel: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6E7D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3375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RAW VOLUME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657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opp:returns_exchange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160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 of relevant records (2,084) — but hesitation-link 0.11, the LOWEST of the top 10.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029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App-store reviewers are disproportionately people who already bought and are complaining post-purchase — not evidence about why a wishlisted item stays unbought.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31546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D7ECE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33375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WISHLIST-RELEVANCE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657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opp:comparison_loop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4160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3.0% of relevant records (522) — but hesitation-link 0.63, the HIGHEST of all 20 scored opportunities.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5029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0B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but structurally the theme most tightly coupled to the actual wishlist-to-buy decision, not generic app noise.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· WISHLIST BEHAVIOR SURVEY, N=36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Survey Confirms It: Shoppers Compare, Then They Forget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comparing options as why they wishlisted instead of buying — the #1 reason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783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6517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“found a better alternative” is why they removed an item without buying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100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8EE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3880" y="1783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6517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true non-converters say “I forgot about it” — the single largest blocker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3891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" y="4533138"/>
            <a:ext cx="352044" cy="3520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554480" y="4279392"/>
            <a:ext cx="9905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interviews with 5–6 Active Comparers are in progress to corroborate these survey findings with real conversation, using the same evidence-vs-interpretation discipline as the AI-extracted quotes.</a:t>
            </a:r>
            <a:endParaRPr lang="en-US" sz="1400" dirty="0"/>
          </a:p>
        </p:txBody>
      </p:sp>
      <p:sp>
        <p:nvSpPr>
          <p:cNvPr id="17" name="Text 14">
            <a:hlinkClick r:id="rId2" tooltip=""/>
          </p:cNvPr>
          <p:cNvSpPr txBox="1"/>
          <p:nvPr/>
        </p:nvSpPr>
        <p:spPr>
          <a:xfrm>
            <a:off x="50292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Survey responses: view sheet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Comparers Don't Say No — They Just Never Decide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2739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“Active Comparers” — users who wishlist an item while still comparing it against alternatives. The largest, most consistent segment across both the AI discovery pipeline and the survey (61% comparison motive; segment:comparers touches 9 of the top 10 opportunities).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33756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3538728"/>
            <a:ext cx="530352" cy="530352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417" y="3658057"/>
            <a:ext cx="291694" cy="2916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4088" y="41788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457200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wishlist is a passive bookmark, not a decision workspace — no captured reason, no pull-back before attention decays, no in-app way to resolve the comparison.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51960" y="333756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453128" y="3538728"/>
            <a:ext cx="530352" cy="530352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457" y="3658057"/>
            <a:ext cx="291694" cy="29169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53128" y="41788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453128" y="457200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resolves off-platform (a competitor wins, 42% of abandoned items) or never resolves at all (the user forgets, 32% of non-converters).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01000" y="333756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202168" y="3538728"/>
            <a:ext cx="530352" cy="530352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497" y="3658057"/>
            <a:ext cx="291694" cy="2916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02168" y="41788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202168" y="457200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price, fit, or returns problem — a decision-support and re-engagement problem, solvable without any monetary incentive.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RATIONALE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 Needs Two Things: A Reason and a Nudge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1234440"/>
          </a:xfrm>
          <a:prstGeom prst="roundRect">
            <a:avLst>
              <a:gd name="adj" fmla="val 5185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973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413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46504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why, at save-time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30552"/>
            <a:ext cx="9174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captured reason, neither the user nor the product can act on the comparison later — the entry gate the whole mechanism depends 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999232"/>
            <a:ext cx="11185855" cy="1234440"/>
          </a:xfrm>
          <a:prstGeom prst="roundRect">
            <a:avLst>
              <a:gd name="adj" fmla="val 5185"/>
            </a:avLst>
          </a:prstGeom>
          <a:solidFill>
            <a:srgbClr val="E8EEF7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329641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440430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145536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 before attention decays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529584"/>
            <a:ext cx="9174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of non-converters simply forgot. A nudge pulls the user back into the unresolved comparison instead of leaving it to chance.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4398264"/>
            <a:ext cx="11185855" cy="1234440"/>
          </a:xfrm>
          <a:prstGeom prst="roundRect">
            <a:avLst>
              <a:gd name="adj" fmla="val 5185"/>
            </a:avLst>
          </a:prstGeom>
          <a:solidFill>
            <a:srgbClr val="E8EE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4695444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839462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544568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the comparison in-app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928616"/>
            <a:ext cx="9174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reasons over real product attributes so the comparison closes on Myntra, instead of a competitor winning off-platform.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02920" y="5623560"/>
            <a:ext cx="11185855" cy="594360"/>
          </a:xfrm>
          <a:prstGeom prst="roundRect">
            <a:avLst>
              <a:gd name="adj" fmla="val 9231"/>
            </a:avLst>
          </a:prstGeom>
          <a:solidFill>
            <a:srgbClr val="F6E7D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5800" y="562356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Non-monetary by construction: the fix is decision support and attention, not price — consistent with the project's core constraint.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BUILT AND TESTED END-TO-END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Decide: An AI Agent That Resolves the Comparison In-App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Streamlit app built on the real Myntra product catalog (451 in-stock items across 4 categories) and the same LLM client as the discovery pipeline — no mock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146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59" y="2642159"/>
            <a:ext cx="311810" cy="311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27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capture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03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chip at save-time: comparing, occasion, fit, or just liked 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01568" y="233172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8EEF7"/>
          </a:solidFill>
          <a:ln/>
        </p:spPr>
      </p:sp>
      <p:sp>
        <p:nvSpPr>
          <p:cNvPr id="11" name="Shape 8"/>
          <p:cNvSpPr/>
          <p:nvPr/>
        </p:nvSpPr>
        <p:spPr>
          <a:xfrm>
            <a:off x="3584448" y="25146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007" y="264215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4448" y="3227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Fast-forward nudge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3703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elapsed time; surfaces a banner when a comparison goes stale.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300216" y="233172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8EEF7"/>
          </a:solidFill>
          <a:ln/>
        </p:spPr>
      </p:sp>
      <p:sp>
        <p:nvSpPr>
          <p:cNvPr id="16" name="Shape 12"/>
          <p:cNvSpPr/>
          <p:nvPr/>
        </p:nvSpPr>
        <p:spPr>
          <a:xfrm>
            <a:off x="6483096" y="25146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655" y="2642159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83096" y="3227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comparison agent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83096" y="3703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between saved items using real attributes — no price framing.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198864" y="233172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8EEF7"/>
          </a:solidFill>
          <a:ln/>
        </p:spPr>
      </p:sp>
      <p:sp>
        <p:nvSpPr>
          <p:cNvPr id="21" name="Shape 16"/>
          <p:cNvSpPr/>
          <p:nvPr/>
        </p:nvSpPr>
        <p:spPr>
          <a:xfrm>
            <a:off x="9381744" y="251460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303" y="2642159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81744" y="3227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decide loop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381744" y="37033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Keep comparing / Remove — every comparison reaches an outcome.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02920" y="5074920"/>
            <a:ext cx="11185855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77240" y="5074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testable prototype: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3657600" y="5074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deployed MVP link — to be added ]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Browse to Decision in Four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40180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788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Save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a real product to their wishlist from the catalog.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3182112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01568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13" name="Shape 9"/>
          <p:cNvSpPr/>
          <p:nvPr/>
        </p:nvSpPr>
        <p:spPr>
          <a:xfrm>
            <a:off x="3584448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58444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338828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708" y="2788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66160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the Reason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66160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tap: comparing, occasion, fit, or just liked it.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182112"/>
            <a:ext cx="310896" cy="31089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00216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0F766E"/>
          </a:solidFill>
          <a:ln/>
        </p:spPr>
      </p:sp>
      <p:sp>
        <p:nvSpPr>
          <p:cNvPr id="21" name="Shape 15"/>
          <p:cNvSpPr/>
          <p:nvPr/>
        </p:nvSpPr>
        <p:spPr>
          <a:xfrm>
            <a:off x="6483096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48309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7237476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27889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64808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Nudged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464808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comparisons surface a “still deciding?” prompt.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2" y="3182112"/>
            <a:ext cx="310896" cy="31089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198864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29" name="Shape 21"/>
          <p:cNvSpPr/>
          <p:nvPr/>
        </p:nvSpPr>
        <p:spPr>
          <a:xfrm>
            <a:off x="9381744" y="19933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38174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10136124" y="2606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278892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363456" y="3520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Resolves It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9363456" y="397764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real attributes; user buys, keeps, or removes.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502920" y="50749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real Streamlit widget wired to session state and the live LLM agent — nothing here is a mockup.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Resolution Rate Is the Metric That Predicts Conversion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MVP metric:  resolved comparisons ÷ (resolved + still-cold comparisons)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81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indicators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5528" y="3730752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5844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Reason-capture rate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" y="4389120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24281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Nudge-to-engagement rate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5047488"/>
            <a:ext cx="128016" cy="1280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9011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decide” invocation rate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88036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3081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19088" y="3730752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35844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add rate (must hold)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19088" y="4389120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424281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Regretted-removal rate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19088" y="5047488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9011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Monetary-language leakage (target 0%)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 · 4 OF 9 SHOWN, RANKED CRITICAL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Critical Risk Already Has a Guardrail Watching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6E7D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83080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" y="1898294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4650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Correlation, not causation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242316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scrape has no purchase outcomes. Mitigation: primary metric framed as a hypothesis-linked proxy, gated by a real A/B test.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6E7D2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783080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74" y="1898294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174650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Reason-tag friction shrinks the funnel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382512" y="242316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tagging could suppress wishlist adds. Guardrail: wishlist add rate must hold steady or grow.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374904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6E7D2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3931920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" y="4047134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8953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steers a bad decision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" y="457200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recommendation is worse than none. Guardrail: regretted-removal rate.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26480" y="374904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6E7D2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3931920"/>
            <a:ext cx="512064" cy="51206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74" y="4047134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9440" y="38953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Monetary-language leakage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382512" y="4572000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a legitimate input; discount language is not. Guardrail: automated scan, target 0%.</a:t>
            </a:r>
            <a:endParaRPr lang="en-US" sz="1400" dirty="0"/>
          </a:p>
        </p:txBody>
      </p:sp>
      <p:sp>
        <p:nvSpPr>
          <p:cNvPr id="24" name="Text 18">
            <a:hlinkClick r:id="rId5" tooltip=""/>
          </p:cNvPr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risk register (9 total): reports/risks_and_mitigation.md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· INDEPENDENT BUSINESS-IMPACT MODEL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This Gap Is Worth ₹265–688 Crore a Year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1965960"/>
        </p:xfrm>
        <a:graphic>
          <a:graphicData uri="http://schemas.openxmlformats.org/drawingml/2006/table">
            <a:tbl>
              <a:tblPr/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LIFT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ANNUAL GMV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INCR. PROFIT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17% (+5pp)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₹2,205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₹265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₹66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20% (+8pp)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₹3,528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₹423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₹106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95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AF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→ 25% (+13pp)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FE3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₹5,733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₹688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₹172 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70332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conservative scenario (+5pp) is ~4.4% of Myntra's entire FY25 revenue and ~12% of its FY25 net profit — at a higher margin than average, since it monetizes demand already on the platform, not new acquisition spend. Modeled estimate from independent market research on labeled assumptions, not a Myntra-disclosed figure.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617720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0F766E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47731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4896612"/>
            <a:ext cx="301752" cy="3017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461772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the 10 identified risks already have a guardrail or leading-indicator metric watching for them — designed against these exact failure modes, not in a vacuum.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complete primary-research interviews, deploy the MVP publicly, and gate scale-up on a real 30-day conversion A/B test.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· Wishlist-to-Purchase Conversion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2026-09-04T17:51:16Z</dcterms:created>
  <dcterms:modified xsi:type="dcterms:W3CDTF">2026-09-04T17:51:16Z</dcterms:modified>
</cp:coreProperties>
</file>